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8c09a8fc024ae7" /><Relationship Type="http://schemas.openxmlformats.org/officeDocument/2006/relationships/extended-properties" Target="/docProps/app.xml" Id="Rf7d5d04600c44588" /><Relationship Type="http://schemas.openxmlformats.org/officeDocument/2006/relationships/officeDocument" Target="/ppt/presentation.xml" Id="Rd980f23c061a4e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18862d14f14a1f"/>
  </p:sldMasterIdLst>
  <p:notesMasterIdLst>
    <p:notesMasterId xmlns:r="http://schemas.openxmlformats.org/officeDocument/2006/relationships" r:id="Rb6e1b776d00d45ad"/>
  </p:notesMasterIdLst>
  <p:sldIdLst>
    <p:sldId xmlns:r="http://schemas.openxmlformats.org/officeDocument/2006/relationships" id="256" r:id="R2019f1d7530f4bcb"/>
    <p:sldId xmlns:r="http://schemas.openxmlformats.org/officeDocument/2006/relationships" id="257" r:id="R89c114b043004e1c"/>
    <p:sldId xmlns:r="http://schemas.openxmlformats.org/officeDocument/2006/relationships" id="258" r:id="Rc44f150d66694daf"/>
    <p:sldId xmlns:r="http://schemas.openxmlformats.org/officeDocument/2006/relationships" id="259" r:id="R1866000ab2dc4e03"/>
    <p:sldId xmlns:r="http://schemas.openxmlformats.org/officeDocument/2006/relationships" id="260" r:id="R295649eb7b2d4965"/>
    <p:sldId xmlns:r="http://schemas.openxmlformats.org/officeDocument/2006/relationships" id="261" r:id="Ref8ca006a0b84d5f"/>
    <p:sldId xmlns:r="http://schemas.openxmlformats.org/officeDocument/2006/relationships" id="262" r:id="R886a60d3cf014a42"/>
    <p:sldId xmlns:r="http://schemas.openxmlformats.org/officeDocument/2006/relationships" id="263" r:id="R3f9d314224fc4b81"/>
    <p:sldId xmlns:r="http://schemas.openxmlformats.org/officeDocument/2006/relationships" id="264" r:id="Rb8aa06ea3b004a9d"/>
    <p:sldId xmlns:r="http://schemas.openxmlformats.org/officeDocument/2006/relationships" id="265" r:id="Radc3769c3528470e"/>
    <p:sldId xmlns:r="http://schemas.openxmlformats.org/officeDocument/2006/relationships" id="266" r:id="R035d8c10116d4129"/>
    <p:sldId xmlns:r="http://schemas.openxmlformats.org/officeDocument/2006/relationships" id="267" r:id="R0c6027caf0d647b9"/>
    <p:sldId xmlns:r="http://schemas.openxmlformats.org/officeDocument/2006/relationships" id="268" r:id="Rc6f06764551d4727"/>
    <p:sldId xmlns:r="http://schemas.openxmlformats.org/officeDocument/2006/relationships" id="269" r:id="R4adb98a415784d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c0fb3a229d48cf" /><Relationship Type="http://schemas.openxmlformats.org/officeDocument/2006/relationships/slideMaster" Target="/ppt/slideMasters/slideMaster1.xml" Id="Ra618862d14f14a1f" /><Relationship Type="http://schemas.openxmlformats.org/officeDocument/2006/relationships/notesMaster" Target="/ppt/notesMasters/notesMaster1.xml" Id="Rb6e1b776d00d45ad" /><Relationship Type="http://schemas.openxmlformats.org/officeDocument/2006/relationships/presProps" Target="/ppt/presProps.xml" Id="R7813669973854608" /><Relationship Type="http://schemas.openxmlformats.org/officeDocument/2006/relationships/tableStyles" Target="/ppt/tableStyles.xml" Id="Raa699f82d8414871" /><Relationship Type="http://schemas.openxmlformats.org/officeDocument/2006/relationships/slide" Target="/ppt/slides/slide1.xml" Id="R2019f1d7530f4bcb" /><Relationship Type="http://schemas.openxmlformats.org/officeDocument/2006/relationships/slide" Target="/ppt/slides/slide2.xml" Id="R89c114b043004e1c" /><Relationship Type="http://schemas.openxmlformats.org/officeDocument/2006/relationships/slide" Target="/ppt/slides/slide3.xml" Id="Rc44f150d66694daf" /><Relationship Type="http://schemas.openxmlformats.org/officeDocument/2006/relationships/slide" Target="/ppt/slides/slide4.xml" Id="R1866000ab2dc4e03" /><Relationship Type="http://schemas.openxmlformats.org/officeDocument/2006/relationships/slide" Target="/ppt/slides/slide5.xml" Id="R295649eb7b2d4965" /><Relationship Type="http://schemas.openxmlformats.org/officeDocument/2006/relationships/slide" Target="/ppt/slides/slide6.xml" Id="Ref8ca006a0b84d5f" /><Relationship Type="http://schemas.openxmlformats.org/officeDocument/2006/relationships/slide" Target="/ppt/slides/slide7.xml" Id="R886a60d3cf014a42" /><Relationship Type="http://schemas.openxmlformats.org/officeDocument/2006/relationships/slide" Target="/ppt/slides/slide8.xml" Id="R3f9d314224fc4b81" /><Relationship Type="http://schemas.openxmlformats.org/officeDocument/2006/relationships/slide" Target="/ppt/slides/slide9.xml" Id="Rb8aa06ea3b004a9d" /><Relationship Type="http://schemas.openxmlformats.org/officeDocument/2006/relationships/slide" Target="/ppt/slides/slide10.xml" Id="Radc3769c3528470e" /><Relationship Type="http://schemas.openxmlformats.org/officeDocument/2006/relationships/slide" Target="/ppt/slides/slide11.xml" Id="R035d8c10116d4129" /><Relationship Type="http://schemas.openxmlformats.org/officeDocument/2006/relationships/slide" Target="/ppt/slides/slide12.xml" Id="R0c6027caf0d647b9" /><Relationship Type="http://schemas.openxmlformats.org/officeDocument/2006/relationships/slide" Target="/ppt/slides/slide13.xml" Id="Rc6f06764551d4727" /><Relationship Type="http://schemas.openxmlformats.org/officeDocument/2006/relationships/slide" Target="/ppt/slides/slide14.xml" Id="R4adb98a415784d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ac8bd553974e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43d48896f94248" /><Relationship Type="http://schemas.openxmlformats.org/officeDocument/2006/relationships/notesMaster" Target="/ppt/notesMasters/notesMaster1.xml" Id="R07b9d6e45e7d43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0653927da3498b" /><Relationship Type="http://schemas.openxmlformats.org/officeDocument/2006/relationships/notesMaster" Target="/ppt/notesMasters/notesMaster1.xml" Id="Ra4988a408f2940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4e069dbd7a431c" /><Relationship Type="http://schemas.openxmlformats.org/officeDocument/2006/relationships/notesMaster" Target="/ppt/notesMasters/notesMaster1.xml" Id="R19237fe529a641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9395052d2f489a" /><Relationship Type="http://schemas.openxmlformats.org/officeDocument/2006/relationships/notesMaster" Target="/ppt/notesMasters/notesMaster1.xml" Id="R7f57ae7d578242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ba3ccd19d44ea9" /><Relationship Type="http://schemas.openxmlformats.org/officeDocument/2006/relationships/notesMaster" Target="/ppt/notesMasters/notesMaster1.xml" Id="Rab7cd4e75e3f43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773fd78f6f4cc9" /><Relationship Type="http://schemas.openxmlformats.org/officeDocument/2006/relationships/notesMaster" Target="/ppt/notesMasters/notesMaster1.xml" Id="R8fdc98e3a12e4f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b1323776c1407f" /><Relationship Type="http://schemas.openxmlformats.org/officeDocument/2006/relationships/notesMaster" Target="/ppt/notesMasters/notesMaster1.xml" Id="R138d0ceab26740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1cec8ea0f94cc7" /><Relationship Type="http://schemas.openxmlformats.org/officeDocument/2006/relationships/notesMaster" Target="/ppt/notesMasters/notesMaster1.xml" Id="Rbd8069a51d5448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eb9886eb074f8e" /><Relationship Type="http://schemas.openxmlformats.org/officeDocument/2006/relationships/notesMaster" Target="/ppt/notesMasters/notesMaster1.xml" Id="R4bf10c78c7404d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667c5d62ee4dd8" /><Relationship Type="http://schemas.openxmlformats.org/officeDocument/2006/relationships/notesMaster" Target="/ppt/notesMasters/notesMaster1.xml" Id="Rcba6c9f8e9bd48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fde5aed79b47bd" /><Relationship Type="http://schemas.openxmlformats.org/officeDocument/2006/relationships/notesMaster" Target="/ppt/notesMasters/notesMaster1.xml" Id="Rea836749c28c49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690107c1b442cc" /><Relationship Type="http://schemas.openxmlformats.org/officeDocument/2006/relationships/notesMaster" Target="/ppt/notesMasters/notesMaster1.xml" Id="R05e8da04d5054f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f67bb49f604cc6" /><Relationship Type="http://schemas.openxmlformats.org/officeDocument/2006/relationships/notesMaster" Target="/ppt/notesMasters/notesMaster1.xml" Id="R53266b60b8be4a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96240a632846ca" /><Relationship Type="http://schemas.openxmlformats.org/officeDocument/2006/relationships/notesMaster" Target="/ppt/notesMasters/notesMaster1.xml" Id="Rec0fa0b1e2a941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4d6e58db3447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44cc14b11e4dfc" /><Relationship Type="http://schemas.openxmlformats.org/officeDocument/2006/relationships/slideLayout" Target="/ppt/slideLayouts/slideLayout1.xml" Id="R549afe71da0942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9afe71da0942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cab386d664f04" /><Relationship Type="http://schemas.openxmlformats.org/officeDocument/2006/relationships/notesSlide" Target="/ppt/notesSlides/notesSlide1.xml" Id="R8c1377c4adf34e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eb7cb7839411f" /><Relationship Type="http://schemas.openxmlformats.org/officeDocument/2006/relationships/notesSlide" Target="/ppt/notesSlides/notesSlide2.xml" Id="R2c67426c74c941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aa0127f5c41ef" /><Relationship Type="http://schemas.openxmlformats.org/officeDocument/2006/relationships/notesSlide" Target="/ppt/notesSlides/notesSlide3.xml" Id="Red16383353b444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462483fa14ba5" /><Relationship Type="http://schemas.openxmlformats.org/officeDocument/2006/relationships/notesSlide" Target="/ppt/notesSlides/notesSlide4.xml" Id="R9b8590081c9d45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d722d6d2845b6" /><Relationship Type="http://schemas.openxmlformats.org/officeDocument/2006/relationships/notesSlide" Target="/ppt/notesSlides/notesSlide5.xml" Id="Ra198b0945d674e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abeacd6e84c31" /><Relationship Type="http://schemas.openxmlformats.org/officeDocument/2006/relationships/notesSlide" Target="/ppt/notesSlides/notesSlide6.xml" Id="R2d5598b0b83d46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5fd35bdab4498" /><Relationship Type="http://schemas.openxmlformats.org/officeDocument/2006/relationships/notesSlide" Target="/ppt/notesSlides/notesSlide7.xml" Id="Red9d29d3349f46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ca874084f44a9" /><Relationship Type="http://schemas.openxmlformats.org/officeDocument/2006/relationships/notesSlide" Target="/ppt/notesSlides/notesSlide8.xml" Id="R867da9012c994a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44873b9a74a17" /><Relationship Type="http://schemas.openxmlformats.org/officeDocument/2006/relationships/notesSlide" Target="/ppt/notesSlides/notesSlide9.xml" Id="Rfa7b74fe07c64f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a29c478034436" /><Relationship Type="http://schemas.openxmlformats.org/officeDocument/2006/relationships/notesSlide" Target="/ppt/notesSlides/notesSlide10.xml" Id="R94df664e6bc440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515318770491a" /><Relationship Type="http://schemas.openxmlformats.org/officeDocument/2006/relationships/notesSlide" Target="/ppt/notesSlides/notesSlide11.xml" Id="R0ef2644d933d44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7cb754fd44885" /><Relationship Type="http://schemas.openxmlformats.org/officeDocument/2006/relationships/notesSlide" Target="/ppt/notesSlides/notesSlide12.xml" Id="R9c16e24b92254c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356f6239844f2" /><Relationship Type="http://schemas.openxmlformats.org/officeDocument/2006/relationships/notesSlide" Target="/ppt/notesSlides/notesSlide13.xml" Id="Rdc844af99f4d4b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bde5eb91d4529" /><Relationship Type="http://schemas.openxmlformats.org/officeDocument/2006/relationships/notesSlide" Target="/ppt/notesSlides/notesSlide14.xml" Id="R208a07aac1e242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528EE3-39A3-47F4-9A88-F29481BD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Proyecto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D51CB-B850-413A-A55E-95400A37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000"/>
            <a:ext cx="358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Lenguaje de Programacion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E6079-95FA-4427-B8F2-08D64DCD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581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S.A.P.S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43D3C-FB35-407F-8341-BFA337C6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685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Sistema Administrador de Proyectos 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18C12-3561-4557-9DD3-B9C2720E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Aplicacion web academica para administrar proyectos integradores, entregables, observaciones, rubricas, calificaciones y reportes.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1E76B-21B1-4FA6-9CC6-B9805F5A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00200"/>
            <a:ext cx="45529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34F3E-B5FF-4706-8614-F77120A6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764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Java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7FC0F-804D-4A00-B5AD-339A4696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03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Spring Boot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EFBF8-F261-4D87-87E3-D11282CA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242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Thymeleaf + MySQL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41796-1BCD-42C2-8DB2-797B186F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3865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11388-2556-49B5-86E7-CEDBF330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Autor: 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93FC8-E596-45C2-8500-470FA4F7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724868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1D9D41-3540-4BDD-855A-2958F563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S.A.P.S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13701-CF7E-4B89-95F3-3175BD1A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El problema era el seguimiento disperso de proyectos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F97B2-0570-40DD-BF0A-EB3B33E8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S.A.P.S responde a una necesidad academica concreta: controlar avances, evidencias y evaluaciones desde un solo sistema.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D5ACE-BF71-42BB-B3D7-807E6ECF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0C7E8-862D-4015-B35A-F3147AC7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06E56-B2AB-4DC2-922F-152136C0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429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3AC78-C34B-4F32-ADB4-F205F353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429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965B2-D28D-47E9-B5E3-B32F3812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3429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23504-CDC5-4A3A-A737-F3313A0A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8508A-2A82-47D9-9181-DB66C5A2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670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Durante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56801-0B40-403F-B121-50F1CE89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670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Despues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F04F3-2C43-41AD-A078-63542DB4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A9036-D603-4194-B7DD-496F581D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Informacion separada entre hojas, mensajes y archivos.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9D4A3-D27F-4A6E-BE39-18B7CD27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86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27E85-A4F8-461A-BDF8-C88965EF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099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Avances con observaciones y entregables centralizados.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6CA96-2703-43BB-B915-4EE0A02C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86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8CA03-C1A3-4D11-A0C2-FCBFB095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099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Reportes y notas disponibles para sustentar resultados.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FBD05B-B991-4EBF-91F7-6A3E7DBB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 mejora principal es la trazabilidad: cada proyecto deja evidencia organizada desde el registro hasta la evaluacion.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B0ACB-4E18-49C8-8FE8-EEAE6F21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75970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0F4254-C08F-4A50-8C3B-DB71FC03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S.A.P.S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67849-F303-4B40-BF9A-6E92ECAE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El alcance cubre la gestion academica completa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0B438-7101-4E6D-9388-A7683BD2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El sistema organiza actores, cursos, grupos, proyectos y evaluaciones con modulos mantenibles.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5FCE4-E662-4233-82EA-65B9FD3E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26D2C-E39B-42DD-9042-FEDDF542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53088-D550-42C8-99DC-AE3013CE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571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214E7-53CF-4AC0-B68F-C92D8965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Usuarios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6C1BD-9E2C-46EA-9292-70088753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roles y acceso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FC615-74F0-4035-ABA6-303D13D5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571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31BB2-F3CC-4134-B0FC-A7119D82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908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Cursos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A4B00-74DA-495D-944A-9F1D3116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099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docentes y estudiantes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C5D14-9DFC-440B-81AA-B638A6C6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571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B06C9-E6E4-43E1-9A2F-53B01422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Grupos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F8082-3ECA-4C06-BF7C-B4FF4E10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99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integrantes del equipo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7D0D8-3CB6-46EB-B378-4AF5C8CE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2571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94FDF3-0217-4834-B616-692CCCC8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908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Proyectos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C18E4-4D21-49B2-9EAA-158066E8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099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tema, estado y avance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9320A-EC99-4B57-BF8D-D48C2C12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2571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87F36-6CF1-4942-BE06-AAC49182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Entregables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9C8A9-A622-4441-B60F-7875E735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fechas y estado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563472-E661-4662-8DF6-8403080F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2571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F95F71-FA4C-4522-A123-072A2B18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148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Observaciones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7BFE44-9F35-44E8-9160-FB3D932C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339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retroalimentacion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48ADF-5073-4BD8-A198-DA4B8483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2571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89F38-76B1-4C8F-8E18-4C50FA4D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Rubricas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2DE131-1DAA-4720-88C0-68867395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criterios de evaluacion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44ACA6-C25F-4087-ACED-189852D3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05250"/>
            <a:ext cx="2571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E67C8F-5F10-4C82-AAED-5E5AA362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148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Reportes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820BF1-6359-4E68-8537-F84C2396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5339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resumen de resultados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D530A9-5D92-46E1-8F2E-E953D662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117994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479AEE-A251-4CB6-9FFE-F7123B42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S.A.P.S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EA5B7-6291-4EA2-B04F-79A0F382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 arquitectura separa responsabilidades por capas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BD4C4-A1B4-4719-ACF0-ED445A0C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Spring Boot permite mantener una ruta clara desde la vista hasta la base de datos.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74117-71F7-4792-95BF-484EFA17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90FD9-0772-40E8-82CE-B1A67016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5B6A6-FBA4-4951-A621-30B60DEB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1619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6EC5A-98FB-48A6-96D7-008C6C8A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314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Vistas Thymeleaf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92362-540A-4C1D-9F8E-C312BE8A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formularios, tablas y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C07D3-577D-4A4D-9EC5-A52480AE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38450"/>
            <a:ext cx="1619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CD1D2-F120-4B9E-B135-62414AC2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05150"/>
            <a:ext cx="1314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MVC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C8287-6426-4FBC-87EA-2258A904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909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controladores, rutas y modelos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D0ACA-AEC6-4F12-996E-23AEA899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38450"/>
            <a:ext cx="1619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650FB-0C3D-4693-A6D8-C59EC0B5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05150"/>
            <a:ext cx="1314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Servicios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041FC-329D-435E-83D4-DD5CE31E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909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reglas de negocio y validacion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AFC08-1BB9-4DFA-AD26-384EF5FB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38450"/>
            <a:ext cx="1619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4EF20-46EF-4A4D-9FCB-64DA3DAC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05150"/>
            <a:ext cx="1314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Repositorios JPA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DFCEC0-C340-4837-BEFA-EC36BFE1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909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consultas y persistencia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4DD5FD-3F44-4070-8D28-A4DE23B7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38450"/>
            <a:ext cx="1619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587D2-5400-4F25-A9AF-93368C7D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05150"/>
            <a:ext cx="1314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MySQL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4D3B9C-A883-4BFD-B1DE-C059CAD1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909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tablas relacionales saps_db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416904-A146-44B1-B590-BADED3EE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76650"/>
            <a:ext cx="2667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F8363-0090-47D3-885F-DE2B0697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6290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317642-1094-4923-91AA-92C2EDF9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2667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2D6343-5338-4FD2-BB38-502373A7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6290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8D376A-9E3E-4235-84D8-6FF993B4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6650"/>
            <a:ext cx="2667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7846B1-34AB-47C1-862D-BF44D0B3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290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3ABBA4-2CFE-4934-B3FF-5E93B3E8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76650"/>
            <a:ext cx="2667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D396DB-EEA1-4D40-966A-8091DC32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6290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59CF3E-8BC0-42A6-A2E0-61DBE1AC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Patron MVC por capas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DB9106-90E1-45E3-975E-36B82ED8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790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La interfaz no conversa directamente con la base de datos: pasa por controladores, servicios y repositorios.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AC337A-4C52-40F2-96AB-03509973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867652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DDFF95-3055-4CD0-A82F-2B97E8A7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S.A.P.S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75E70-6A7C-4AA9-9184-D944981F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El modelo de datos refleja el ciclo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88E31-00E7-4654-875B-C1FB7B64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Las entidades principales conectan administracion academica y evaluacion.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8826B-E174-45C3-90E6-BE76A05F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9A794-F58E-4CFD-9D04-88960AF5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B3958-F615-4A52-BE08-28E74524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485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A851B-21E0-4503-B1B6-2F494D13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Curso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739DD-0A25-44B2-8CC7-B1D25301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485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0E245-47D4-49C0-85CF-4D9D19D8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Docente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9FAC1-B8DB-4D6B-8EDE-E8F30F6D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33750"/>
            <a:ext cx="1485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3E216-2684-46EC-BBE3-E5B4BC17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433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Grupo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C6DCF-67F4-4F51-9017-0226E517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57750"/>
            <a:ext cx="1485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16032-1DC7-4E35-AF7F-771FDC6A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673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Estudiante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3531C-A48D-4D07-9801-023E13A1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33750"/>
            <a:ext cx="1485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26465-2C04-4399-9EE8-4FDCB6CC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433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Proyecto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A68E6-DC01-45A6-9D51-2F46786B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1485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B0A98F-2C3B-4938-BE86-913B2258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Entregable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52AE6-CEDD-439A-9403-B54E102A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1485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B46D7-C22B-4A99-A1DB-5E3724EA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053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Observacion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44105-7547-46BC-94B6-BD20F9A2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71750"/>
            <a:ext cx="1485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43D549-67D2-4E6C-BB2F-26647F16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813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Rubrica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A88F69-0131-435B-9C28-5767A085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0"/>
            <a:ext cx="1485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80EC9E-84C0-4BD4-AD54-19E63762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3053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Calificacion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58CCC9-592F-45E8-9416-05B43D81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05125"/>
            <a:ext cx="819150" cy="666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1539C4-755B-4170-A799-53A76B5F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67125"/>
            <a:ext cx="819150" cy="762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1F6984-EF82-4B57-84A2-DD0285EE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00500"/>
            <a:ext cx="9525" cy="857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F41496-FF27-4CA4-AE25-75EA5215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67125"/>
            <a:ext cx="8191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375FBF-A099-48BD-B3D9-94961DAE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05125"/>
            <a:ext cx="819150" cy="762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0002EE-65F4-4DD2-967C-E7FD4190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67125"/>
            <a:ext cx="819150" cy="762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48265F-3AFD-4DA9-8CA6-6336B307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05125"/>
            <a:ext cx="8191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44655F-D9C0-4EC4-A7C8-551A9E20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29125"/>
            <a:ext cx="8191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A132B3-AFA7-482E-8405-EC817965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Idea central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0AAABF-5B6C-43E7-93FB-1A952220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1975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Un proyecto pertenece a un grupo; el grupo se vincula con estudiantes, curso y docente. Sobre el proyecto se registran entregables, observaciones y evaluaciones.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16CFEB-A173-43A5-A647-AFAD6A31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495236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D4ABD6-078B-40D2-B160-E738FE51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S.A.P.S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07756-8F8F-484E-9108-63DE9A76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 seguridad diferencia responsabilidades por 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0B5E5-96FB-4418-A126-836A63DD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Spring Security protege las rutas y usa login personalizado con contrasenas cifradas.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9DC01-3796-4F01-B9CF-052DF1E7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8A432-3486-4730-A608-2201C8FE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C9F9A-B7C1-4155-8FCC-07E88410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0F685-3271-412C-A397-E08CA1A6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8D302-B24A-4B18-8B5A-C0073DF4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2809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Gestiona usuarios, catalogos, modulos completos y reportes.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252D1-AF23-4E28-A013-2BD78338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Acceso inicial incluido para pruebas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136BE-9B77-4F77-9A46-E0ABE2D3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908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5274E-1B4D-4E33-BCDF-C4A86C5B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DOCENTE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BD46F-ED9B-4FEB-B2A7-6DDABD56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76650"/>
            <a:ext cx="2809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Revisa proyectos, entregables, observaciones, rubricas y calificaciones.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A237B-532B-469C-8CF5-9F5890A8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958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Acceso inicial incluido para pruebas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38B7A-1EE8-4A74-81D1-41F8784B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908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8D053-CD29-4174-9CAE-94017068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718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ESTUDIANTE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44DED-2DA9-4DD9-B768-E6908CDB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76650"/>
            <a:ext cx="2809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Consulta su participacion y el avance del proyecto asignado.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75E9B4-9A7A-45B4-A42C-C8FE01AC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958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Acceso inicial incluido para pruebas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2B1E3-437F-44FF-AFF4-72F97C59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Usuarios de prueba: admin/admin123, docente/docente123 y estudiante/estudiante123.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5F726-4328-47CA-8771-97535F8B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484014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316E38-3F0E-4305-93DB-97356A4E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S.A.P.S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10907-3DF9-42F7-A88B-73ADD4DB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El flujo principal va del registro a la evaluacion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D091A-D50F-44D8-879D-1827FCEA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La demostracion del sistema puede seguir una ruta simple y convincente.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B9D2A-455F-494C-9C84-33D21C8B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8C0FF-439C-48DE-8721-79CB73D5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10D85-AF0F-4D22-9871-8C0626D4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3525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C9C34-C0E8-4B53-A561-51798632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B1B0D-FFD8-4148-9A2B-A9AA7538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Login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500A7-D8EE-4824-911D-0B5429DA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ingreso por 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D3C26-4FBF-4036-BC65-11C761AC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05225"/>
            <a:ext cx="2286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BF969-524A-413D-85AF-FAF6EA5A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57500"/>
            <a:ext cx="13525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E3C97-FCD5-4052-B0B1-1F254FCC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7220A-EB8F-40AA-8E30-FA6B742B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6235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Panel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7C1C1-D1B0-4414-A410-2258C50C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386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indicadores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F12C7-F24D-44D4-8B3C-6ECB1F0E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05225"/>
            <a:ext cx="2286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CC751-148C-436A-AF23-9C9BE25C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57500"/>
            <a:ext cx="13525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1CBB39-494E-48E7-8EDF-5D699C89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48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70986-0412-467E-9670-0C95501B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6235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Proyecto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98486B-C006-4C54-9C79-60F0A520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386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registro del proyecto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A9DD61-E545-41D9-8F73-42862E79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05225"/>
            <a:ext cx="2286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8472F-8A3D-4BDA-A0FA-0C5827D0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57500"/>
            <a:ext cx="13525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E13CCD-74F3-4A91-935D-3EDF2A29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48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0E0E11-03CE-420D-AB33-FF290D56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6235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Entrega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EB8E03-0ABA-41F1-8BAA-0894191D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386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control del avance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06033D-274A-4C8B-A866-33198E78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05225"/>
            <a:ext cx="2286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BB7D5-22B4-4A16-9DAC-051B4667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13525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A807BD-C13C-4424-B610-5C93CE40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CC75CE-5E1A-4C4F-A07A-5B7BDA26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Observ.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A1FE7A-EBD6-46E6-8166-59FD0AFA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386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comentario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3DF9E2-6210-4062-B877-C3EA5174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05225"/>
            <a:ext cx="2286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D5C562-0CCD-486F-8D3E-F25A2FD7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57500"/>
            <a:ext cx="13525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4EBD68-841C-40D8-A9BE-356BF610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98C889-DAED-42C3-B29A-D4B9FF2D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6235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Rubrica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1454E9-BAFC-4955-A67D-23EAE5BE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386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criterios y nota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C5645F-C8BA-4277-9D30-B155C27A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705225"/>
            <a:ext cx="2286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9932AB-998D-4C23-8E0A-87C75B04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857500"/>
            <a:ext cx="13525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2A5AE4-804A-42DA-BBD2-749873C0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48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BAB312-E42B-4EE4-9ABC-3F1F8359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56235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Reporte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3593B5-C44C-4AC1-A9E1-DFF74C74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0386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cierre y evidencia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0A3EA5-0C38-4D20-A0FA-A75DA8D0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Este recorrido muestra que el proyecto no es solo CRUD: integra seguimiento, retroalimentacion y evaluacion.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46C815-A566-4C9B-9A36-398625F0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652199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09C9AB-EB4F-4107-9A7C-F4E0B96B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S.A.P.S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3A95D-34B8-4642-83F6-A096748C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 interfaz prioriza consultas y mantenimiento rapido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476E3-9B7A-42D6-8928-2BEBD4C4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Las vistas estan organizadas para crear, listar, editar y revisar informacion sin salir del navegador.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E2222-B2A4-456C-A44D-AEAC6659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7AEDF-00FB-49EC-99A9-B5B5E7A9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C567A-B713-4E46-8880-3238BC6B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5334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A2B61-295A-4523-92C4-05090F9B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F386E-ACFD-464C-A890-B0872CEE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S.A.P.S /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C057C-C3EC-49A1-85EC-E4B1B9E1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Cursos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6E35A-92E0-4171-B042-EC2825C5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Estudiantes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E3D67-8630-44E7-A31D-EC61E47F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Grupos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A86B7-CDDD-4B42-8E83-5C12F615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Proyectos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F0C02-C169-4CAE-A266-7EFB3429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Entregables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F0220-E2E6-41AD-8766-06D00C71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Reportes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B40D9-3C72-4AE2-A32B-CB1EC870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48000"/>
            <a:ext cx="133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4533E-4062-4D82-96B2-68B036CC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48000"/>
            <a:ext cx="133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BADA0-8CBB-4854-BD5D-6A0E5739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9814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D991F-6F51-4A7F-9422-CD73B734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2385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Indicadores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D27996-7223-4849-ADCF-09DE4147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286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Tablas y formularios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7B44C8-F044-414E-B5EF-2105E75B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ABC2BD-C6E3-457A-86BC-D7194675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Plantillas Thymeleaf con Bootstrap 5.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874887-0B92-41C2-A83D-AA647340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DDBF4E-2386-4D59-9B2C-CF4BB97D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Fragmentos reutilizables para navegacion, alertas y pie.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800A0E-550B-45CF-A83A-18529F7A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C7CD9F-C445-495E-85F7-1D131032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Pantallas de detalle para grupos, proyectos y calificaciones.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921410-3543-4974-97A1-BE6A138D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531071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688F8F-A1DF-4604-B5E0-BA2FB246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S.A.P.S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FB556-D834-422D-AD6D-9EDE9BC8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 base de datos se prepara con una linea inicial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EBA81-820C-40C8-869C-8C681947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Hibernate crea y actualiza las tablas al iniciar; los scripts SQL quedan como respaldo de apoyo.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59A7E-5702-4BBD-AE1A-D0C75210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D20A3-4959-4535-BABC-F6EF5E6A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19C54-1AA3-4E53-8A11-E480D0D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5334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5A03F-53EC-4813-8BC3-77393B12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476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CREATE DATABASE saps_db CHARACTER SET utf8mb4 COLLATE utf8mb4_unicode_ci;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A743F-8621-4FC7-8ABC-7C23B25F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Configuracion activa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B7AB4-41DD-4DD7-B010-097DF8EF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24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D5576-59AD-41DC-9F2A-27961F75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Conexion: jdbc:mysql://localhost:3306/saps_db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693DC-0BBF-435D-986C-9BBC4F4F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1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4AEDA-8E6B-4B47-9E1D-76ABD504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9570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Usuario local: root, sin contrasena en XAMPP.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7C048-1904-46D6-81B5-26C0C977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0C2BA-9F84-4151-A274-3A5FB180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4340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spring.jpa.hibernate.ddl-auto=update.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3527C-7262-4586-9207-68B06EF7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Conclusión practica: para la primera ejecucion basta crear la base; las tablas aparecen al levantar la app.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7F8B5-BDBE-4312-9C77-43F7DC94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178977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66DA87-0CCE-45A5-9FE4-B9D55F04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S.A.P.S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BE062-8591-41B8-9676-1FEADF51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 pila tecnica usa herramientas actuales y conocidas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F6C1A-0CBA-428E-8C4D-6A13346C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El proyecto combina backend Java, vistas server-side y persistencia relacional.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E4766-18F8-463E-B0AD-7552D329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BF092-E4D7-4D3F-A6E3-EF7EB5D1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EE759-9B1C-4707-BEBD-5FB76555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2476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3EB9E-5F6F-4726-BD26-3BF8FCD4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057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7FA23-CA75-4684-B56F-AE7FCE39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057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Java usado por el proyecto en NetBeans y Maven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E6D87-059D-46B3-9F42-93D46395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90800"/>
            <a:ext cx="2476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98EB9-ECA0-4170-8DF1-03A9B885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057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F3142-5A9F-4643-BCA9-8928C278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2057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Spring Boot como base del backend MVC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B2EFB-14E0-493D-9854-DD0BB831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90800"/>
            <a:ext cx="2476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DBF1F-A881-47CD-821F-393D2AE6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2057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12647-DAF1-445D-8F6C-2DDB42E5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86150"/>
            <a:ext cx="2057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Casos de prueba documentados y aprobados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077EF-6625-4E0C-B50D-96F06E53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90800"/>
            <a:ext cx="2476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18EE00-F5C7-4A52-82AF-EAA70B62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57500"/>
            <a:ext cx="2057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8080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213B4F-1F8E-46D1-A781-1563DD4F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86150"/>
            <a:ext cx="2057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Puerto local de ejecucion del sistema web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4864A2-93AB-4D2D-962A-957799DB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Dependencias clave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0887E-A73B-4C86-BE01-B6401B71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625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Spring MVC, Spring Security, Thymeleaf, Spring Data JPA, MySQL Driver, Maven y Bootstrap 5.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85D2F-9F47-474C-89F2-15656C5C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951299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C0E831-34E2-437C-9BE5-19690336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S.A.P.S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1F7E2-4275-45FD-9594-15F3D4F6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Las pruebas verifican acceso, datos y modulos principales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AA271-3C0A-4D6C-AA0B-C7768BE9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La validacion se centro en que el sistema pueda ejecutarse y demostrar sus funciones en vivo.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E319A-BED1-4913-8382-6109A310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C0ADB-0FEE-42BB-9487-520626C5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1A95D-C9F6-4F88-A103-9F051B0C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71437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E86A0-8D7B-4665-9A75-D25703C8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714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1D990-F4D1-4C5C-AA3D-517DDA75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Prueba funcional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C24A4-0B2D-407E-ACFF-E09C1550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93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Estado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D726A-D401-412B-9985-2B618F19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0425"/>
            <a:ext cx="714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DD7DF-A5F0-400B-85BC-CBAFDADF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Login administrador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F54BC-431B-420A-8FDF-0D35B0BB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242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Aprobado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D83A3-D5C6-419A-BF0A-3CCAAB1E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714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4CD0C-DC58-4338-8E08-2D323B3C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Login docente y estudiante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24DAC-259B-47B9-A40E-882316C9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052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Aprobado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F93E0A-0406-470F-A5EF-75F6806C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62425"/>
            <a:ext cx="714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6F41F2-38E6-4351-A617-611D2822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CFAB97-B9A8-4BE6-94CF-F6E6336C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862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Aprobado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87E950-4767-4E85-BFC8-DA129DBA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43425"/>
            <a:ext cx="714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1E09D-4E6E-493D-90D7-688B600C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Tablas MySQL visibles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B51DF5-D994-42EC-81FC-6DE62D1D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672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Aprobado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023E64-3DE9-461F-9804-2DEF1E39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24425"/>
            <a:ext cx="714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B0F4B-A502-40F1-A119-A800F955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Cursos, estudiantes y grupos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2DD15D-9113-4F59-A53B-D487432D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482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Aprobado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6326A9-34D3-4549-AA1E-6E436853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05425"/>
            <a:ext cx="714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70E179-96A5-43BB-9FB7-23A43D30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Proyectos, entregables y observaciones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7A2DED-2645-415F-9EB8-B7F41F64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292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Aprobado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55EA3D-F5C5-4F3D-A5BD-47B0CDF9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86425"/>
            <a:ext cx="714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6F272D-35BD-4280-835F-87D860ED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Rubricas, criterios y reportes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94FD0A-31EE-49AA-825E-9ACFCBE7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102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Aprobado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CB4F1E-D64E-48DC-8AF6-381A5C9F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2952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A94FCA-1BD7-4207-915B-009B4FC9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Evidencia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6AD6E9-EE67-4406-AA59-DD0FC99B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766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El proyecto compila con Maven, corre en localhost y genera las tablas en saps_db al iniciar.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3961C7-25B6-4403-AB15-2DF74925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287321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62843D-055C-47FA-8D25-7A3B6F90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S.A.P.S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D9616-1002-4E45-A44D-53E3EB8C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 demostracion puede seguir ocho movimientos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B9010-6842-4C5B-88B6-63860054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Este orden permite explicar el proyecto sin perderse en detalles tecnicos.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60A4B-1C68-4BD7-8178-570ED55F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6A626-25AE-4EDA-ADD0-BCB842BC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FA4AB-1452-4459-A0AB-E504ED69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90B4C-E8A4-4183-8AE1-20F86C73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Presentar S.A.P.S como solucion academica.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F3C08-76BF-4948-9484-C4DBEF09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7E4F1-87E1-4EAB-98D7-8602C589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Explicar el problema del seguimiento manual.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025E4-5DB0-45FA-B6C2-4BD0122D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A0141-7005-4059-81D0-A4D79C57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Mostrar arquitectura MVC y capas.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CCACC-E4BA-4C00-832A-D57D6510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5395B-16D3-493A-B1C8-26746436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Presentar entidades y relaciones.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204A-4186-4403-88F3-B0045376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CD07F-8BEA-4135-BA0C-9F75A479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3840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Demostrar login, dashboard y CRUDs.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78DE9-99B3-494F-86F3-9B5E6419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37C6D-B9ED-4F98-833C-1A089665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8135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Registrar proyecto, entregable y observacion.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9E22DB-6EB4-4552-BEC1-64A41CE7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8D5E81-4A5D-4C49-B0B6-1097E8EC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2430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Explicar rubrica y calculo de nota.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53238-E349-4A43-B4BE-E2B29BF3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97EB2-86DC-4F4A-A842-D1B16C8F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6725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Mostrar reportes y cerrar conclusiones.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0358B5-F789-457D-B676-9B52C3F0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910308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71AEDB-D1E0-41CB-9E37-B37BC57F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S.A.P.S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A01FC-4C59-4C33-BAB3-8229B7BE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El resultado es un sistema entendible, ejecutable y sustentable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1E9F4-ABE3-4E23-89E7-433F72E7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La entrega combina aplicacion, codigo fuente, base de datos, documentacion y evidencia de pruebas.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2349D-7FCC-4E70-AF59-03B4CC74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39022-781C-40C6-B032-6B5395E1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94D44-A615-4313-A292-E647F461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57202-1587-4633-B2E8-6E0E174B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09511-C48D-4F2A-95C8-50D1E9BE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6FDB2-9B80-4108-842D-6F3DA4E4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8BA20-D961-4540-A95A-8F59951C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Seguimiento centralizado de proyectos, grupos, entregables y observaciones.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57EF0-F02D-4CF2-AB22-1A5B40C6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76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Evaluacion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432AD-C37A-444E-A65C-5D7B4DFA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052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Rubricas, criterios y calificaciones conectadas con el ciclo del proyecto.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2B251-7EB2-4EE2-AAC8-F489B734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76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Sustento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77AE2-6076-4123-AFE4-9D407CC7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052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Documentacion, pruebas, guion y manuales para explicar la solucion.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EDB2F-3524-435C-80E2-A6FC81A2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07347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18B0C8-0783-4E21-A991-E8E2ED94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A7D26-60B3-4E59-BFD6-97346764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838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S.A.P.S deja una base solida para seguir creciendo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71AC6-5B64-4500-B7CC-75F1F1B0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El proyecto resuelve la administracion principal de proyectos academicos y queda preparado para mejoras como exportacion PDF/Excel, carga de archivos, filtros avanzados y graficos de seguimiento.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55C2B-FACC-4C22-81EF-87FE3273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DEE72-43FD-4322-BA4D-273F81F3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Entrega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5717D-6135-4745-A267-681C282D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7180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Codigo fuente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Base de datos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Manuales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UML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Pruebas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Presentacion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9985E-2D8D-49F2-93BB-8598D526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60059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2026-07-06T20:28:40.5710000Z</dcterms:created>
  <dcterms:modified xsi:type="dcterms:W3CDTF">2026-07-06T20:28:40.5720000Z</dcterms:modified>
</coreProperties>
</file>